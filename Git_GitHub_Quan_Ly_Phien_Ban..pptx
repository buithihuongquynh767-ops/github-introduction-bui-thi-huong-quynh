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27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57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16459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Quản lý Phiên bản Phần mềm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645920" y="2606040"/>
            <a:ext cx="685800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4592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r>
              <a:rPr lang="vi-VN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Thị Kim Liên và Bùi Thị Hương Quỳnh</a:t>
            </a: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Lớp: </a:t>
            </a:r>
            <a:r>
              <a:rPr lang="vi-VN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UDPM1 - 16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64592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</a:t>
            </a: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  •  Distributed  •  Open Source  •  Industry Standard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BÀI TRÌNH BÀY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về Quản lý Phiên bản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44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giải pháp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Kiến trúc &amp; Nguyên lý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344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repository, staging area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3736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3736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lệnh Git cơ bản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121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add, commit, push, pull...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73736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73736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121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phân nhánh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1460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1460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Nền tảng cộng tác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898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repo, Pull Request, Issues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1460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51460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thực tế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898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GitFlow, GitHub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9184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29184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3383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Git với SVN &amp; các hệ thống khác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&amp; nhược điểm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29184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29184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29184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3383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trong dự án thực tế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DevOps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06908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06908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06908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" y="4160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&amp; Demo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" y="4453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họa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69080"/>
            <a:ext cx="411480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69080"/>
            <a:ext cx="438912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06908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4160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Tài liệu tham khảo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GIỚI THIỆU VỀ QUẢN LÝ PHIÊN BẢN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657600"/>
          </a:xfrm>
          <a:prstGeom prst="rect">
            <a:avLst/>
          </a:prstGeom>
          <a:solidFill>
            <a:srgbClr val="1A0000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 Không có VCS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Lưu file: code_v1.zip, code_FINAL.zip, code_FINAL2.zip...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biết ai thay đổi gì, khi nào?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Nhiều người làm cùng lúc → conflict file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Xóa nhầm code → không khôi phục được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thể thử nghiệm tính năng mới an toàn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606040"/>
            <a:ext cx="4572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FB950"/>
                </a:solidFill>
              </a:rPr>
              <a:t>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840480" cy="3657600"/>
          </a:xfrm>
          <a:prstGeom prst="rect">
            <a:avLst/>
          </a:prstGeom>
          <a:solidFill>
            <a:srgbClr val="001A0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Với Git &amp; GitHub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Lưu toàn bộ lịch sử thay đổi tự động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Biết chính xác ai sửa gì, lúc nào, tại sao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Làm việc song song, merge dễ dàng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Hoàn tác bất kỳ thay đổi nào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Branch riêng để phát triển tính năng mới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KIẾN TRÚC GIT — BA VÙNG QUẢN LÝ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816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bạn chỉnh sửa file thực tế. Trạng thái: Untracked / Modified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2286000"/>
            <a:ext cx="18288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26517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A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2651760" cy="502920"/>
          </a:xfrm>
          <a:prstGeom prst="rect">
            <a:avLst/>
          </a:prstGeom>
          <a:solidFill>
            <a:srgbClr val="C0A000"/>
          </a:solidFill>
          <a:ln w="12700">
            <a:solidFill>
              <a:srgbClr val="C0A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 (Index)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tạm lưu các thay đổi chuẩn bị commit. Cho phép chọn lọc thay đổi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286000"/>
            <a:ext cx="18288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815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54680" y="3657600"/>
            <a:ext cx="26517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C0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96012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960120"/>
            <a:ext cx="265176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554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lưu trữ lịch sử commit trên máy. Toàn bộ dữ liệu trong thư mục .git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Remote Repository (GitHub / GitLab)  —  git push  /  git pull  /  git clone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CÁC LỆNH GIT CƠ BẢN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49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repository mới trong thư mục hiện tại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64792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9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122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chép repository từ remote về máy local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69464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24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9169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file vào Staging Area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74136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29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snapshot hiện tại vào Local Repository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178808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336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trạng thái các file trong Working Directory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960120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149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3075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sử commit ngắn gọn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764792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764792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819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1122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commit lên Remote Repository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569464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569464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624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9169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thay đổi mới từ Remote về và merge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374136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374136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429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thay đổi giữa Working Dir và Staging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178808"/>
            <a:ext cx="420624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178808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336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4526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tác commit cuối, giữ nguyên thay đổi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BRANCHING &amp; MERGING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là gì?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1508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là một nhánh phát triển độc lập, cho phép làm việc song song mà không ảnh hưởng đến code chính (main/master).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441448"/>
            <a:ext cx="82296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7276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7860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028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9340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07808" y="2304288"/>
            <a:ext cx="329184" cy="32918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37360" y="2441448"/>
            <a:ext cx="54864" cy="9418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3355848"/>
            <a:ext cx="48920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01968" y="3355848"/>
            <a:ext cx="54864" cy="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95728" y="3218688"/>
            <a:ext cx="329184" cy="32918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93008" y="3218688"/>
            <a:ext cx="329184" cy="32918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90288" y="3218688"/>
            <a:ext cx="329184" cy="32918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3218688"/>
            <a:ext cx="329184" cy="32918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830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922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160520"/>
            <a:ext cx="42062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feature/login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834640" y="4160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Tạo nhánh mới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4617720"/>
            <a:ext cx="42062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feature/login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34640" y="4617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Tạo và chuyển sang nhánh mới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4160520"/>
            <a:ext cx="42062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feature/login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223760" y="4160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Gộp nhánh vào nhánh hiện tại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63440" y="4617720"/>
            <a:ext cx="42062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feature/login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223760" y="4617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Xóa nhánh sau khi merge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GITHUB — NỀN TẢNG CỘNG TÁC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Git + Cloud + Collaboration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246888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Remote Repository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9077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code trên cloud, truy cập từ bất kỳ đâu. Public/Private repo.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246888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Pull Request (PR)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0" y="29077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thay đổi, review code trước khi merge vào nhánh chính.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246888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Issues &amp; Projects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29077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bug, task, lên kế hoạch sprint với Kanban board.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70332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GitHub Actions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414223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tự động: build, test, deploy khi có sự kiện push/PR.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370332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Branch Protection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0" y="414223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nhánh chính: yêu cầu review, pass CI trước khi merge.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703320"/>
            <a:ext cx="2743200" cy="11155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Insights &amp; Analytics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72200" y="414223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đóng góp, traffic, dependency graph của dự án.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GIT WORKFLOW THỰC TẾ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8166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325880" cy="4114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Clone/Fork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bản sao repository về máy local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1508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78166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18488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A00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18488" y="1005840"/>
            <a:ext cx="1325880" cy="411480"/>
          </a:xfrm>
          <a:prstGeom prst="rect">
            <a:avLst/>
          </a:prstGeom>
          <a:solidFill>
            <a:srgbClr val="C0A000"/>
          </a:solidFill>
          <a:ln w="12700">
            <a:solidFill>
              <a:srgbClr val="C0A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0260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0260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64208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nhánh mới cho từng feature/fix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44368" y="1508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0A000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08376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08376" y="1005840"/>
            <a:ext cx="1325880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0148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0148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54096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Commit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1528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tính năng, commit thường xuyên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34256" y="1508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98264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98264" y="1005840"/>
            <a:ext cx="132588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0036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0036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43984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71416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nhánh lên Remote Repository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24144" y="1508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B59B6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788152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88152" y="1005840"/>
            <a:ext cx="132588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9924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9924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33872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61304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PR, request review từ teammates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14032" y="1508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</a:rPr>
              <a:t>›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178040" y="1005840"/>
            <a:ext cx="13258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78040" y="1005840"/>
            <a:ext cx="132588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9812" y="1069848"/>
            <a:ext cx="40233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9812" y="106984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376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Merge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51192" y="190195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 và merge vào main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606040"/>
            <a:ext cx="859536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GitFlow (nâng cao):  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860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các nhánh đặc biệt:  main  (production) →  develop  →  feature/*  →  release/*  →  hotfix/*  để quản lý release chuyên nghiệp hơn.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401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Commit Message tốt: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feat(auth): add JWT login endpoint with refresh token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fix(cart): resolve quantity overflow on mobile checkout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488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fix bug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5488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asdfasdf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  |  SO SÁNH &amp; ỨNG DỤNG THỰC TẾ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869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SVN — Điểm khác biệt cốt lõi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44168"/>
            <a:ext cx="1828800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441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344168"/>
            <a:ext cx="1645920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344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44168"/>
            <a:ext cx="1645920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344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182880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83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783080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7830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tán (DVCS)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783080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7830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(CVCS)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182880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offline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2221992"/>
            <a:ext cx="164592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221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Hoàn toàn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2221992"/>
            <a:ext cx="164592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221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Cần server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60904"/>
            <a:ext cx="182880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609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2660904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660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Rất nhanh, nhẹ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2660904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660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Chậm, nặng nề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182880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09981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3099816"/>
            <a:ext cx="164592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3099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Đầy đủ local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099816"/>
            <a:ext cx="1645920" cy="438912"/>
          </a:xfrm>
          <a:prstGeom prst="rect">
            <a:avLst/>
          </a:prstGeom>
          <a:solidFill>
            <a:srgbClr val="1C2128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099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Chỉ trên server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538728"/>
            <a:ext cx="182880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387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3538728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Rất nhanh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49040" y="3538728"/>
            <a:ext cx="1645920" cy="438912"/>
          </a:xfrm>
          <a:prstGeom prst="rect">
            <a:avLst/>
          </a:prstGeom>
          <a:solidFill>
            <a:srgbClr val="21262D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Chậm hơn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886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trong DevOps &amp; Thực tế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212080" y="1344168"/>
            <a:ext cx="374904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1389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CI/CD Pipeline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17282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→ GitHub Actions tự động build, test, deploy lên server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12080" y="2258568"/>
            <a:ext cx="374904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23042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  Docker &amp; K8s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2642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k8s manifests quản lý qua Git (GitOps)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3172968"/>
            <a:ext cx="374904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218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Open Source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49240" y="3557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→ PR là cách đóng góp cho hàng triệu dự án OSS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4087368"/>
            <a:ext cx="374904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4133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Enterprise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44714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Microsoft, Meta đều dùng Git cho hàng triệu dòng code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286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94560" y="1371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2194560" y="6583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là kỹ năng thiết yếu của mọi lập trình viên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74320" y="1600200"/>
            <a:ext cx="4206240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600200"/>
            <a:ext cx="54864" cy="9875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Kiểm soát lịch sử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8912" y="2057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đều có thể xem, hoàn tác, so sánh theo thời gian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600200"/>
            <a:ext cx="4206240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600200"/>
            <a:ext cx="54864" cy="9875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19472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Cộng tác hiệu quả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19472" y="2057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người làm việc song song không xung đột nhờ branching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697480"/>
            <a:ext cx="4206240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697480"/>
            <a:ext cx="54864" cy="9875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8912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An toàn dữ liệu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38912" y="3154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được backup phân tán, không sợ mất dữ liệu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54880" y="2697480"/>
            <a:ext cx="4206240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54880" y="2697480"/>
            <a:ext cx="54864" cy="9875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19472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CI/CD &amp; DevOps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919472" y="3154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cho quy trình phát triển phần mềm chuyên nghiệp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Tài liệu tham khảo:  git-scm.com/doc   ·   docs.github.com   ·   Pro Git Book (Scott Chacon)   ·   Atlassian Git Tutorials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1143</Words>
  <Application>Microsoft Office PowerPoint</Application>
  <PresentationFormat>On-screen Show 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và GitHub trong Quản lý Phiên bản Phần mềm</dc:title>
  <dc:subject>PptxGenJS Presentation</dc:subject>
  <dc:creator>Sinh viên CNTT</dc:creator>
  <cp:lastModifiedBy>ADMINN</cp:lastModifiedBy>
  <cp:revision>2</cp:revision>
  <dcterms:created xsi:type="dcterms:W3CDTF">2026-05-27T04:12:13Z</dcterms:created>
  <dcterms:modified xsi:type="dcterms:W3CDTF">2026-05-27T04:25:57Z</dcterms:modified>
</cp:coreProperties>
</file>